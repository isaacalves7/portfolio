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3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07/08/2022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6527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07/08/2022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355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07/08/2022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104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07/08/2022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555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07/08/2022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01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07/08/2022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8879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07/08/2022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2679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07/08/2022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213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07/08/2022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628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07/08/2022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5723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28E3F-2AB2-4597-B559-94AA2B907579}" type="datetimeFigureOut">
              <a:rPr lang="pt-BR" smtClean="0"/>
              <a:t>07/08/2022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194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8E3F-2AB2-4597-B559-94AA2B907579}" type="datetimeFigureOut">
              <a:rPr lang="pt-BR" smtClean="0"/>
              <a:t>07/08/2022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4913C-8925-44D1-9219-EDA93E854D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067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github.com/IsaacAlves7" TargetMode="External"/><Relationship Id="rId7" Type="http://schemas.openxmlformats.org/officeDocument/2006/relationships/hyperlink" Target="https://www.linkedin.com/in/isaacalves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openxmlformats.org/officeDocument/2006/relationships/hyperlink" Target="https://hub.docker.com/u/isaacalves7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aixaDeTexto 46"/>
          <p:cNvSpPr txBox="1"/>
          <p:nvPr/>
        </p:nvSpPr>
        <p:spPr>
          <a:xfrm>
            <a:off x="8500768" y="2022572"/>
            <a:ext cx="3187001" cy="2492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Escolhi a Rede Globo porque eu creio que a grande transformação digital pode se adequar perfeitamente no cenário da </a:t>
            </a:r>
            <a:r>
              <a:rPr lang="pt-B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mediatech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, oferecendo inovações e melhorias a fim de obter o maior número de usuários possíveis em cada plataforma.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Portanto, a minha </a:t>
            </a:r>
            <a:r>
              <a:rPr lang="pt-BR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missão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é poder contribuir com os meus conhecimentos e habilidades, colaborando em conjunto com os meus colegas de trabalho e gestores, e dessa forma apoiaremos no crescimento da organização.</a:t>
            </a:r>
          </a:p>
        </p:txBody>
      </p:sp>
      <p:pic>
        <p:nvPicPr>
          <p:cNvPr id="39" name="Imagem 3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1187"/>
            <a:ext cx="12192000" cy="546813"/>
          </a:xfrm>
          <a:prstGeom prst="rect">
            <a:avLst/>
          </a:prstGeom>
        </p:spPr>
      </p:pic>
      <p:grpSp>
        <p:nvGrpSpPr>
          <p:cNvPr id="48" name="Grupo 8" descr="elementos decorativos&#10;">
            <a:extLst>
              <a:ext uri="{C183D7F6-B498-43B3-948B-1728B52AA6E4}">
                <adec:decorative xmlns:lc="http://schemas.openxmlformats.org/drawingml/2006/lockedCanvas" xmlns:adec="http://schemas.microsoft.com/office/drawing/2017/decorative" xmlns:w16cid="http://schemas.microsoft.com/office/word/2016/wordml/cid" xmlns:w="http://schemas.openxmlformats.org/wordprocessingml/2006/main" xmlns:w10="urn:schemas-microsoft-com:office:word" xmlns:v="urn:schemas-microsoft-com:vml" xmlns:o="urn:schemas-microsoft-com:office:office" xmlns:am3d="http://schemas.microsoft.com/office/drawing/2017/model3d" xmlns:aink="http://schemas.microsoft.com/office/drawing/2016/ink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="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cx1="http://schemas.microsoft.com/office/drawing/2015/9/8/chartex" xmlns:cx="http://schemas.microsoft.com/office/drawing/2014/chartex" xmlns:wpc="http://schemas.microsoft.com/office/word/2010/wordprocessingCanvas" val="1"/>
              </a:ext>
            </a:extLst>
          </p:cNvPr>
          <p:cNvGrpSpPr/>
          <p:nvPr/>
        </p:nvGrpSpPr>
        <p:grpSpPr>
          <a:xfrm>
            <a:off x="-4305" y="0"/>
            <a:ext cx="2452448" cy="6858000"/>
            <a:chOff x="0" y="0"/>
            <a:chExt cx="3272589" cy="10058400"/>
          </a:xfrm>
          <a:effectLst>
            <a:outerShdw blurRad="63500" sx="76000" sy="76000" algn="ctr" rotWithShape="0">
              <a:prstClr val="black">
                <a:alpha val="40000"/>
              </a:prstClr>
            </a:outerShdw>
          </a:effectLst>
        </p:grpSpPr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13AC9442-6E0F-43A2-AC8B-C7644AF31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263900" cy="1004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grpSp>
          <p:nvGrpSpPr>
            <p:cNvPr id="50" name="Grupo 1">
              <a:extLst>
                <a:ext uri="{FF2B5EF4-FFF2-40B4-BE49-F238E27FC236}">
                  <a16:creationId xmlns:a16="http://schemas.microsoft.com/office/drawing/2014/main" id="{49B0B984-B714-485C-9B95-0AB28F10EC29}"/>
                </a:ext>
              </a:extLst>
            </p:cNvPr>
            <p:cNvGrpSpPr/>
            <p:nvPr/>
          </p:nvGrpSpPr>
          <p:grpSpPr>
            <a:xfrm>
              <a:off x="0" y="7467600"/>
              <a:ext cx="3263900" cy="2590800"/>
              <a:chOff x="6232" y="7472533"/>
              <a:chExt cx="3264033" cy="2590973"/>
            </a:xfrm>
          </p:grpSpPr>
          <p:sp>
            <p:nvSpPr>
              <p:cNvPr id="52" name="Forma Livre 51">
                <a:extLst>
                  <a:ext uri="{FF2B5EF4-FFF2-40B4-BE49-F238E27FC236}">
                    <a16:creationId xmlns:a16="http://schemas.microsoft.com/office/drawing/2014/main" id="{915E4A2F-93B0-49B0-82BC-4DE6424EE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2" y="7472533"/>
                <a:ext cx="3264033" cy="2590973"/>
              </a:xfrm>
              <a:custGeom>
                <a:avLst/>
                <a:gdLst>
                  <a:gd name="T0" fmla="*/ 0 w 506"/>
                  <a:gd name="T1" fmla="*/ 44 h 405"/>
                  <a:gd name="T2" fmla="*/ 46 w 506"/>
                  <a:gd name="T3" fmla="*/ 22 h 405"/>
                  <a:gd name="T4" fmla="*/ 167 w 506"/>
                  <a:gd name="T5" fmla="*/ 63 h 405"/>
                  <a:gd name="T6" fmla="*/ 167 w 506"/>
                  <a:gd name="T7" fmla="*/ 63 h 405"/>
                  <a:gd name="T8" fmla="*/ 235 w 506"/>
                  <a:gd name="T9" fmla="*/ 88 h 405"/>
                  <a:gd name="T10" fmla="*/ 246 w 506"/>
                  <a:gd name="T11" fmla="*/ 83 h 405"/>
                  <a:gd name="T12" fmla="*/ 319 w 506"/>
                  <a:gd name="T13" fmla="*/ 123 h 405"/>
                  <a:gd name="T14" fmla="*/ 319 w 506"/>
                  <a:gd name="T15" fmla="*/ 123 h 405"/>
                  <a:gd name="T16" fmla="*/ 378 w 506"/>
                  <a:gd name="T17" fmla="*/ 167 h 405"/>
                  <a:gd name="T18" fmla="*/ 401 w 506"/>
                  <a:gd name="T19" fmla="*/ 164 h 405"/>
                  <a:gd name="T20" fmla="*/ 456 w 506"/>
                  <a:gd name="T21" fmla="*/ 196 h 405"/>
                  <a:gd name="T22" fmla="*/ 506 w 506"/>
                  <a:gd name="T23" fmla="*/ 316 h 405"/>
                  <a:gd name="T24" fmla="*/ 506 w 506"/>
                  <a:gd name="T25" fmla="*/ 405 h 405"/>
                  <a:gd name="T26" fmla="*/ 0 w 506"/>
                  <a:gd name="T27" fmla="*/ 405 h 405"/>
                  <a:gd name="T28" fmla="*/ 0 w 506"/>
                  <a:gd name="T29" fmla="*/ 44 h 4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06" h="405">
                    <a:moveTo>
                      <a:pt x="0" y="44"/>
                    </a:moveTo>
                    <a:cubicBezTo>
                      <a:pt x="46" y="22"/>
                      <a:pt x="46" y="22"/>
                      <a:pt x="46" y="22"/>
                    </a:cubicBezTo>
                    <a:cubicBezTo>
                      <a:pt x="90" y="0"/>
                      <a:pt x="144" y="18"/>
                      <a:pt x="167" y="63"/>
                    </a:cubicBezTo>
                    <a:cubicBezTo>
                      <a:pt x="167" y="63"/>
                      <a:pt x="167" y="63"/>
                      <a:pt x="167" y="63"/>
                    </a:cubicBezTo>
                    <a:cubicBezTo>
                      <a:pt x="179" y="88"/>
                      <a:pt x="209" y="99"/>
                      <a:pt x="235" y="88"/>
                    </a:cubicBezTo>
                    <a:cubicBezTo>
                      <a:pt x="246" y="83"/>
                      <a:pt x="246" y="83"/>
                      <a:pt x="246" y="83"/>
                    </a:cubicBezTo>
                    <a:cubicBezTo>
                      <a:pt x="277" y="70"/>
                      <a:pt x="313" y="90"/>
                      <a:pt x="319" y="123"/>
                    </a:cubicBezTo>
                    <a:cubicBezTo>
                      <a:pt x="319" y="123"/>
                      <a:pt x="319" y="123"/>
                      <a:pt x="319" y="123"/>
                    </a:cubicBezTo>
                    <a:cubicBezTo>
                      <a:pt x="324" y="151"/>
                      <a:pt x="349" y="171"/>
                      <a:pt x="378" y="167"/>
                    </a:cubicBezTo>
                    <a:cubicBezTo>
                      <a:pt x="401" y="164"/>
                      <a:pt x="401" y="164"/>
                      <a:pt x="401" y="164"/>
                    </a:cubicBezTo>
                    <a:cubicBezTo>
                      <a:pt x="424" y="161"/>
                      <a:pt x="447" y="175"/>
                      <a:pt x="456" y="196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506" y="405"/>
                      <a:pt x="506" y="405"/>
                      <a:pt x="506" y="405"/>
                    </a:cubicBezTo>
                    <a:cubicBezTo>
                      <a:pt x="0" y="405"/>
                      <a:pt x="0" y="405"/>
                      <a:pt x="0" y="405"/>
                    </a:cubicBez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lumOff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53" name="Forma Livre 52">
                <a:extLst>
                  <a:ext uri="{FF2B5EF4-FFF2-40B4-BE49-F238E27FC236}">
                    <a16:creationId xmlns:a16="http://schemas.microsoft.com/office/drawing/2014/main" id="{B6A493DF-B687-4278-A54E-5585E509CC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177" y="7862036"/>
                <a:ext cx="2876088" cy="2201470"/>
              </a:xfrm>
              <a:custGeom>
                <a:avLst/>
                <a:gdLst>
                  <a:gd name="T0" fmla="*/ 446 w 446"/>
                  <a:gd name="T1" fmla="*/ 28 h 344"/>
                  <a:gd name="T2" fmla="*/ 420 w 446"/>
                  <a:gd name="T3" fmla="*/ 17 h 344"/>
                  <a:gd name="T4" fmla="*/ 316 w 446"/>
                  <a:gd name="T5" fmla="*/ 63 h 344"/>
                  <a:gd name="T6" fmla="*/ 309 w 446"/>
                  <a:gd name="T7" fmla="*/ 82 h 344"/>
                  <a:gd name="T8" fmla="*/ 202 w 446"/>
                  <a:gd name="T9" fmla="*/ 127 h 344"/>
                  <a:gd name="T10" fmla="*/ 202 w 446"/>
                  <a:gd name="T11" fmla="*/ 127 h 344"/>
                  <a:gd name="T12" fmla="*/ 100 w 446"/>
                  <a:gd name="T13" fmla="*/ 161 h 344"/>
                  <a:gd name="T14" fmla="*/ 0 w 446"/>
                  <a:gd name="T15" fmla="*/ 344 h 344"/>
                  <a:gd name="T16" fmla="*/ 446 w 446"/>
                  <a:gd name="T17" fmla="*/ 344 h 344"/>
                  <a:gd name="T18" fmla="*/ 446 w 446"/>
                  <a:gd name="T19" fmla="*/ 28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46" h="344">
                    <a:moveTo>
                      <a:pt x="446" y="28"/>
                    </a:moveTo>
                    <a:cubicBezTo>
                      <a:pt x="420" y="17"/>
                      <a:pt x="420" y="17"/>
                      <a:pt x="420" y="17"/>
                    </a:cubicBezTo>
                    <a:cubicBezTo>
                      <a:pt x="378" y="0"/>
                      <a:pt x="331" y="21"/>
                      <a:pt x="316" y="63"/>
                    </a:cubicBezTo>
                    <a:cubicBezTo>
                      <a:pt x="309" y="82"/>
                      <a:pt x="309" y="82"/>
                      <a:pt x="309" y="82"/>
                    </a:cubicBezTo>
                    <a:cubicBezTo>
                      <a:pt x="293" y="125"/>
                      <a:pt x="244" y="146"/>
                      <a:pt x="202" y="127"/>
                    </a:cubicBezTo>
                    <a:cubicBezTo>
                      <a:pt x="202" y="127"/>
                      <a:pt x="202" y="127"/>
                      <a:pt x="202" y="127"/>
                    </a:cubicBezTo>
                    <a:cubicBezTo>
                      <a:pt x="164" y="110"/>
                      <a:pt x="119" y="125"/>
                      <a:pt x="100" y="161"/>
                    </a:cubicBezTo>
                    <a:cubicBezTo>
                      <a:pt x="0" y="344"/>
                      <a:pt x="0" y="344"/>
                      <a:pt x="0" y="344"/>
                    </a:cubicBezTo>
                    <a:cubicBezTo>
                      <a:pt x="446" y="344"/>
                      <a:pt x="446" y="344"/>
                      <a:pt x="446" y="344"/>
                    </a:cubicBezTo>
                    <a:lnTo>
                      <a:pt x="446" y="28"/>
                    </a:lnTo>
                    <a:close/>
                  </a:path>
                </a:pathLst>
              </a:custGeom>
              <a:solidFill>
                <a:schemeClr val="accent1">
                  <a:lumMod val="25000"/>
                  <a:lumOff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54" name="Forma Livre 53">
                <a:extLst>
                  <a:ext uri="{FF2B5EF4-FFF2-40B4-BE49-F238E27FC236}">
                    <a16:creationId xmlns:a16="http://schemas.microsoft.com/office/drawing/2014/main" id="{700E2D3B-2C0D-4AF7-9B98-B098AC67DB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2" y="8770356"/>
                <a:ext cx="2838696" cy="1293149"/>
              </a:xfrm>
              <a:custGeom>
                <a:avLst/>
                <a:gdLst>
                  <a:gd name="T0" fmla="*/ 440 w 440"/>
                  <a:gd name="T1" fmla="*/ 202 h 202"/>
                  <a:gd name="T2" fmla="*/ 416 w 440"/>
                  <a:gd name="T3" fmla="*/ 153 h 202"/>
                  <a:gd name="T4" fmla="*/ 354 w 440"/>
                  <a:gd name="T5" fmla="*/ 132 h 202"/>
                  <a:gd name="T6" fmla="*/ 332 w 440"/>
                  <a:gd name="T7" fmla="*/ 143 h 202"/>
                  <a:gd name="T8" fmla="*/ 267 w 440"/>
                  <a:gd name="T9" fmla="*/ 115 h 202"/>
                  <a:gd name="T10" fmla="*/ 267 w 440"/>
                  <a:gd name="T11" fmla="*/ 115 h 202"/>
                  <a:gd name="T12" fmla="*/ 207 w 440"/>
                  <a:gd name="T13" fmla="*/ 85 h 202"/>
                  <a:gd name="T14" fmla="*/ 198 w 440"/>
                  <a:gd name="T15" fmla="*/ 88 h 202"/>
                  <a:gd name="T16" fmla="*/ 140 w 440"/>
                  <a:gd name="T17" fmla="*/ 66 h 202"/>
                  <a:gd name="T18" fmla="*/ 140 w 440"/>
                  <a:gd name="T19" fmla="*/ 66 h 202"/>
                  <a:gd name="T20" fmla="*/ 22 w 440"/>
                  <a:gd name="T21" fmla="*/ 14 h 202"/>
                  <a:gd name="T22" fmla="*/ 0 w 440"/>
                  <a:gd name="T23" fmla="*/ 20 h 202"/>
                  <a:gd name="T24" fmla="*/ 0 w 440"/>
                  <a:gd name="T25" fmla="*/ 202 h 202"/>
                  <a:gd name="T26" fmla="*/ 440 w 440"/>
                  <a:gd name="T27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40" h="202">
                    <a:moveTo>
                      <a:pt x="440" y="202"/>
                    </a:moveTo>
                    <a:cubicBezTo>
                      <a:pt x="416" y="153"/>
                      <a:pt x="416" y="153"/>
                      <a:pt x="416" y="153"/>
                    </a:cubicBezTo>
                    <a:cubicBezTo>
                      <a:pt x="405" y="130"/>
                      <a:pt x="377" y="120"/>
                      <a:pt x="354" y="132"/>
                    </a:cubicBezTo>
                    <a:cubicBezTo>
                      <a:pt x="332" y="143"/>
                      <a:pt x="332" y="143"/>
                      <a:pt x="332" y="143"/>
                    </a:cubicBezTo>
                    <a:cubicBezTo>
                      <a:pt x="306" y="156"/>
                      <a:pt x="275" y="142"/>
                      <a:pt x="267" y="115"/>
                    </a:cubicBezTo>
                    <a:cubicBezTo>
                      <a:pt x="267" y="115"/>
                      <a:pt x="267" y="115"/>
                      <a:pt x="267" y="115"/>
                    </a:cubicBezTo>
                    <a:cubicBezTo>
                      <a:pt x="260" y="89"/>
                      <a:pt x="232" y="75"/>
                      <a:pt x="207" y="85"/>
                    </a:cubicBezTo>
                    <a:cubicBezTo>
                      <a:pt x="198" y="88"/>
                      <a:pt x="198" y="88"/>
                      <a:pt x="198" y="88"/>
                    </a:cubicBezTo>
                    <a:cubicBezTo>
                      <a:pt x="176" y="97"/>
                      <a:pt x="151" y="87"/>
                      <a:pt x="140" y="66"/>
                    </a:cubicBezTo>
                    <a:cubicBezTo>
                      <a:pt x="140" y="66"/>
                      <a:pt x="140" y="66"/>
                      <a:pt x="140" y="66"/>
                    </a:cubicBezTo>
                    <a:cubicBezTo>
                      <a:pt x="118" y="22"/>
                      <a:pt x="69" y="0"/>
                      <a:pt x="22" y="14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02"/>
                      <a:pt x="0" y="202"/>
                      <a:pt x="0" y="202"/>
                    </a:cubicBezTo>
                    <a:lnTo>
                      <a:pt x="440" y="202"/>
                    </a:lnTo>
                    <a:close/>
                  </a:path>
                </a:pathLst>
              </a:custGeom>
              <a:solidFill>
                <a:schemeClr val="accent1">
                  <a:lumMod val="10000"/>
                  <a:lumOff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</p:grpSp>
        <p:sp>
          <p:nvSpPr>
            <p:cNvPr id="51" name="Forma Livre 50">
              <a:extLst>
                <a:ext uri="{FF2B5EF4-FFF2-40B4-BE49-F238E27FC236}">
                  <a16:creationId xmlns:a16="http://schemas.microsoft.com/office/drawing/2014/main" id="{0B137DD8-0D08-4B96-915D-F4ABDE426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272589" cy="2906763"/>
            </a:xfrm>
            <a:custGeom>
              <a:avLst/>
              <a:gdLst>
                <a:gd name="T0" fmla="*/ 0 w 506"/>
                <a:gd name="T1" fmla="*/ 412 h 446"/>
                <a:gd name="T2" fmla="*/ 33 w 506"/>
                <a:gd name="T3" fmla="*/ 425 h 446"/>
                <a:gd name="T4" fmla="*/ 162 w 506"/>
                <a:gd name="T5" fmla="*/ 368 h 446"/>
                <a:gd name="T6" fmla="*/ 171 w 506"/>
                <a:gd name="T7" fmla="*/ 344 h 446"/>
                <a:gd name="T8" fmla="*/ 304 w 506"/>
                <a:gd name="T9" fmla="*/ 288 h 446"/>
                <a:gd name="T10" fmla="*/ 304 w 506"/>
                <a:gd name="T11" fmla="*/ 288 h 446"/>
                <a:gd name="T12" fmla="*/ 431 w 506"/>
                <a:gd name="T13" fmla="*/ 246 h 446"/>
                <a:gd name="T14" fmla="*/ 506 w 506"/>
                <a:gd name="T15" fmla="*/ 108 h 446"/>
                <a:gd name="T16" fmla="*/ 506 w 506"/>
                <a:gd name="T17" fmla="*/ 0 h 446"/>
                <a:gd name="T18" fmla="*/ 0 w 506"/>
                <a:gd name="T19" fmla="*/ 0 h 446"/>
                <a:gd name="T20" fmla="*/ 0 w 506"/>
                <a:gd name="T21" fmla="*/ 412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446">
                  <a:moveTo>
                    <a:pt x="0" y="412"/>
                  </a:moveTo>
                  <a:cubicBezTo>
                    <a:pt x="33" y="425"/>
                    <a:pt x="33" y="425"/>
                    <a:pt x="33" y="425"/>
                  </a:cubicBezTo>
                  <a:cubicBezTo>
                    <a:pt x="85" y="446"/>
                    <a:pt x="143" y="420"/>
                    <a:pt x="162" y="368"/>
                  </a:cubicBezTo>
                  <a:cubicBezTo>
                    <a:pt x="171" y="344"/>
                    <a:pt x="171" y="344"/>
                    <a:pt x="171" y="344"/>
                  </a:cubicBezTo>
                  <a:cubicBezTo>
                    <a:pt x="190" y="290"/>
                    <a:pt x="252" y="265"/>
                    <a:pt x="304" y="288"/>
                  </a:cubicBezTo>
                  <a:cubicBezTo>
                    <a:pt x="304" y="288"/>
                    <a:pt x="304" y="288"/>
                    <a:pt x="304" y="288"/>
                  </a:cubicBezTo>
                  <a:cubicBezTo>
                    <a:pt x="351" y="309"/>
                    <a:pt x="406" y="291"/>
                    <a:pt x="431" y="246"/>
                  </a:cubicBezTo>
                  <a:cubicBezTo>
                    <a:pt x="506" y="108"/>
                    <a:pt x="506" y="108"/>
                    <a:pt x="506" y="108"/>
                  </a:cubicBezTo>
                  <a:cubicBezTo>
                    <a:pt x="506" y="0"/>
                    <a:pt x="506" y="0"/>
                    <a:pt x="50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12"/>
                  </a:lnTo>
                  <a:close/>
                </a:path>
              </a:pathLst>
            </a:custGeom>
            <a:solidFill>
              <a:schemeClr val="accent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</p:grpSp>
      <p:pic>
        <p:nvPicPr>
          <p:cNvPr id="14" name="Imagem 13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89" y="6089535"/>
            <a:ext cx="443302" cy="443302"/>
          </a:xfrm>
          <a:prstGeom prst="rect">
            <a:avLst/>
          </a:prstGeom>
        </p:spPr>
      </p:pic>
      <p:pic>
        <p:nvPicPr>
          <p:cNvPr id="15" name="Imagem 14">
            <a:hlinkClick r:id="rId5"/>
          </p:cNvPr>
          <p:cNvPicPr>
            <a:picLocks noChangeAspect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907" y="6089161"/>
            <a:ext cx="460059" cy="460059"/>
          </a:xfrm>
          <a:prstGeom prst="rect">
            <a:avLst/>
          </a:prstGeom>
        </p:spPr>
      </p:pic>
      <p:pic>
        <p:nvPicPr>
          <p:cNvPr id="16" name="Imagem 15">
            <a:hlinkClick r:id="rId7"/>
          </p:cNvPr>
          <p:cNvPicPr>
            <a:picLocks noChangeAspect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682" y="6079082"/>
            <a:ext cx="453755" cy="453755"/>
          </a:xfrm>
          <a:prstGeom prst="rect">
            <a:avLst/>
          </a:prstGeom>
        </p:spPr>
      </p:pic>
      <p:sp>
        <p:nvSpPr>
          <p:cNvPr id="22" name="CaixaDeTexto 21"/>
          <p:cNvSpPr txBox="1"/>
          <p:nvPr/>
        </p:nvSpPr>
        <p:spPr>
          <a:xfrm>
            <a:off x="2922681" y="2017585"/>
            <a:ext cx="2335982" cy="2492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Os meus </a:t>
            </a:r>
            <a:r>
              <a:rPr lang="pt-BR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e princípios que mais me destacam são: a ética profissional, o espírito de equipe, agilidade, organização, persistência e disciplina.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Portanto, eu gostaria de ser lembrado pela minha equipe por eu ser um profissional ético muito esforçado em realizar alguma tarefa dentro do prazo proposto de maneira ágil e organizada.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2925936" y="261481"/>
            <a:ext cx="8761834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Sou Isaac Alves Pinheiro, tenho 21 anos, sou estudante cursando o 6° período do bacharel de Ciência da Computação na UNESA – Universidade Estácio de Sá e moro em Campo Grande, Rio de Janeiro.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Sobre meu aprendizado, eu possuo conhecimentos e experiências em Desenvolvimento de Software e </a:t>
            </a:r>
            <a:r>
              <a:rPr lang="pt-BR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DevOps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Então, minha </a:t>
            </a:r>
            <a:r>
              <a:rPr lang="pt-BR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visão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de inspiração sobre a área de TI – Tecnologia da Informação é muito voltada sobre a transformação digital presente nas plataformas e juntamente com as necessidades dos usuários sobre essas tecnologias, portanto, isso me motiva a ampliar meus horizontes e conhecimentos constantemente no cenário digital.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2925936" y="5298638"/>
            <a:ext cx="876183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Meu </a:t>
            </a:r>
            <a:r>
              <a:rPr lang="pt-BR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propósito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é ajudar a empresa no crescimento da organização, colaborar em conjunto com a minha equipe de trabalho e fornecer serviços de qualidade dentro do prazo da entrega. 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val 1" descr="foto de mulher"/>
          <p:cNvSpPr/>
          <p:nvPr/>
        </p:nvSpPr>
        <p:spPr>
          <a:xfrm>
            <a:off x="315006" y="574148"/>
            <a:ext cx="1632163" cy="1632163"/>
          </a:xfrm>
          <a:prstGeom prst="ellipse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pt-BR"/>
          </a:p>
        </p:txBody>
      </p:sp>
      <p:pic>
        <p:nvPicPr>
          <p:cNvPr id="42" name="Imagem 4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709" y="2159359"/>
            <a:ext cx="2282266" cy="2282266"/>
          </a:xfrm>
          <a:prstGeom prst="rect">
            <a:avLst/>
          </a:prstGeom>
        </p:spPr>
      </p:pic>
      <p:sp>
        <p:nvSpPr>
          <p:cNvPr id="55" name="Retângulo 54"/>
          <p:cNvSpPr/>
          <p:nvPr/>
        </p:nvSpPr>
        <p:spPr>
          <a:xfrm>
            <a:off x="115199" y="2872419"/>
            <a:ext cx="2031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Isaac Alves Pinheiro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805" y="6129859"/>
            <a:ext cx="535102" cy="535102"/>
          </a:xfrm>
          <a:prstGeom prst="rect">
            <a:avLst/>
          </a:prstGeom>
        </p:spPr>
      </p:pic>
      <p:sp>
        <p:nvSpPr>
          <p:cNvPr id="58" name="CaixaDeTexto 57"/>
          <p:cNvSpPr txBox="1"/>
          <p:nvPr/>
        </p:nvSpPr>
        <p:spPr>
          <a:xfrm>
            <a:off x="2924307" y="4722937"/>
            <a:ext cx="876346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Meu </a:t>
            </a:r>
            <a:r>
              <a:rPr lang="pt-BR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  <a:r>
              <a:rPr lang="pt-B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profissional e pessoal é aprender e adquirir experiências profissionais no mercado de TI – Tecnologia da Informação, cujo estarei aprendendo novas tecnologias e praticando com novos desafios propostos.</a:t>
            </a:r>
          </a:p>
        </p:txBody>
      </p:sp>
      <p:sp>
        <p:nvSpPr>
          <p:cNvPr id="59" name="Retângulo 58"/>
          <p:cNvSpPr/>
          <p:nvPr/>
        </p:nvSpPr>
        <p:spPr>
          <a:xfrm>
            <a:off x="199279" y="3401388"/>
            <a:ext cx="1839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b="1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bússola da marca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60" name="Retângulo 59"/>
          <p:cNvSpPr/>
          <p:nvPr/>
        </p:nvSpPr>
        <p:spPr>
          <a:xfrm>
            <a:off x="561698" y="5573711"/>
            <a:ext cx="1082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Portfolios</a:t>
            </a:r>
            <a:endParaRPr lang="pt-BR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124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22" grpId="0" animBg="1"/>
      <p:bldP spid="19" grpId="0" animBg="1"/>
      <p:bldP spid="30" grpId="0" animBg="1"/>
      <p:bldP spid="5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1187"/>
            <a:ext cx="12192000" cy="546813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805" y="6129859"/>
            <a:ext cx="535102" cy="535102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3767441" y="526217"/>
            <a:ext cx="46571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Alguns projetos que realizei</a:t>
            </a:r>
            <a:endParaRPr lang="pt-BR" sz="28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819" y="1769489"/>
            <a:ext cx="367679" cy="367679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331" y="1756268"/>
            <a:ext cx="375279" cy="376995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240" y="1775849"/>
            <a:ext cx="182239" cy="330362"/>
          </a:xfrm>
          <a:prstGeom prst="rect">
            <a:avLst/>
          </a:prstGeom>
        </p:spPr>
      </p:pic>
      <p:pic>
        <p:nvPicPr>
          <p:cNvPr id="19" name="Imagem 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109" y="1712413"/>
            <a:ext cx="420850" cy="420850"/>
          </a:xfrm>
          <a:prstGeom prst="rect">
            <a:avLst/>
          </a:prstGeom>
        </p:spPr>
      </p:pic>
      <p:pic>
        <p:nvPicPr>
          <p:cNvPr id="20" name="Imagem 1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818" y="2513182"/>
            <a:ext cx="367679" cy="299221"/>
          </a:xfrm>
          <a:prstGeom prst="rect">
            <a:avLst/>
          </a:prstGeom>
        </p:spPr>
      </p:pic>
      <p:pic>
        <p:nvPicPr>
          <p:cNvPr id="21" name="Imagem 2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774" y="1734341"/>
            <a:ext cx="371870" cy="37187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509" y="2458635"/>
            <a:ext cx="409135" cy="40913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0656" y="2457816"/>
            <a:ext cx="409954" cy="40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2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t="12329" b="4916"/>
          <a:stretch/>
        </p:blipFill>
        <p:spPr>
          <a:xfrm>
            <a:off x="1091170" y="1006664"/>
            <a:ext cx="10009659" cy="46595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1187"/>
            <a:ext cx="12192000" cy="546813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805" y="6129859"/>
            <a:ext cx="535102" cy="535102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1644807" y="286310"/>
            <a:ext cx="3035446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2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Facebook</a:t>
            </a:r>
            <a:r>
              <a:rPr lang="pt-BR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Messenger Clone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653" y="434457"/>
            <a:ext cx="684176" cy="137804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70" y="303304"/>
            <a:ext cx="367679" cy="36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48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t="12329" b="4916"/>
          <a:stretch/>
        </p:blipFill>
        <p:spPr>
          <a:xfrm>
            <a:off x="1091170" y="1006664"/>
            <a:ext cx="10009659" cy="46595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1187"/>
            <a:ext cx="12192000" cy="546813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805" y="6129859"/>
            <a:ext cx="535102" cy="535102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1540129" y="284050"/>
            <a:ext cx="2012794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2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Facebook</a:t>
            </a:r>
            <a:r>
              <a:rPr lang="pt-BR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Clone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653" y="434457"/>
            <a:ext cx="684176" cy="137804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70" y="298170"/>
            <a:ext cx="371870" cy="37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862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70" y="275890"/>
            <a:ext cx="454937" cy="454937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546107" y="303303"/>
            <a:ext cx="2012794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Cobra Kai Clone</a:t>
            </a:r>
            <a:endParaRPr lang="pt-BR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3"/>
          <a:srcRect t="12329" b="4916"/>
          <a:stretch/>
        </p:blipFill>
        <p:spPr>
          <a:xfrm>
            <a:off x="1091170" y="1006664"/>
            <a:ext cx="10009659" cy="46595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1187"/>
            <a:ext cx="12192000" cy="546813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805" y="6129859"/>
            <a:ext cx="535102" cy="535102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074" y="400142"/>
            <a:ext cx="763755" cy="20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2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324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Pinheiro, Isaac</dc:creator>
  <cp:lastModifiedBy>Pinheiro, Isaac</cp:lastModifiedBy>
  <cp:revision>74</cp:revision>
  <dcterms:created xsi:type="dcterms:W3CDTF">2022-06-22T14:22:31Z</dcterms:created>
  <dcterms:modified xsi:type="dcterms:W3CDTF">2022-08-07T06:52:20Z</dcterms:modified>
</cp:coreProperties>
</file>